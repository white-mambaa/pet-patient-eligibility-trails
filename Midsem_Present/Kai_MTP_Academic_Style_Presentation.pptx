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MTP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Check What Can Change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555E68"/>
                </a:solidFill>
                <a:latin typeface="Arial"/>
              </a:defRPr>
            </a:pPr>
            <a:r>
              <a:t>Targeted evidence checking for AI-based clinical-trial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 b="0">
                <a:solidFill>
                  <a:srgbClr val="1D3044"/>
                </a:solidFill>
                <a:latin typeface="Arial"/>
              </a:defRPr>
            </a:pPr>
            <a:r>
              <a:t>Akash Mogili</a:t>
            </a:r>
          </a:p>
          <a:p>
            <a:pPr>
              <a:spcAft>
                <a:spcPts val="1100"/>
              </a:spcAft>
              <a:defRPr sz="2300" b="0">
                <a:solidFill>
                  <a:srgbClr val="1D3044"/>
                </a:solidFill>
                <a:latin typeface="Arial"/>
              </a:defRPr>
            </a:pPr>
            <a:r>
              <a:t>B.Tech CSE  |  IIT Mandi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555E68"/>
                </a:solidFill>
                <a:latin typeface="Arial"/>
              </a:defRPr>
            </a:pPr>
            <a:r>
              <a:t>Technical validation, prior evidence, proposed methods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checking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An AI model answers trial eligibility rules using a patient note.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 plausible citation does not guarantee that the answer is supported.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 single incorrect rejection reason may exclude an eligible patient.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Our focus: check the answers most likely to change the final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Two related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Ask Instead of Guess — Aman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Check What Can Change — Akash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Identify missing information.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Keep UNKNOWN when evidence is insufficient.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Ask focused follow-up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Verify AI rule answers.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Identify evidence and reasoning errors.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Prioritize checks by decision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Both projects use the NSCLC and SIGIR clinical-trial screening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PRIOR LABORATORY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a checker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Historical NSCLC audit: 77 of 151 model-cited violations were genuine (50.99%).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Historical human–model study: 11 joint errors versus 5.3 expected (2.08×).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Frozen SIGIR study: 95 of 144 items routed for review (65.97% workload).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These findings are prior laboratory evidence, not results from our new checker.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Two datasets and their evaluation splits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NSCLC-100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SIGIR-204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100 patient–trial pairs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 trials; 223 reviewed rules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2,230 criterion answers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50 development / 50 test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Split by 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204 patient–trial pairs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14 patients; 1,911 reviewed rules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100 Eligible / 104 Not Eligible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102 development / 102 test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Split by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Do not tune on the held-out test splits.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IMPLEMENTATION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Technical validation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NSCLC starter-kit self-tests: 36 passed, 0 failed.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SIGIR package checks: 9 passed, 0 failed.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Python environment verified with NumPy 1.26.4 and Pandas 2.2.3.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Qwen2.5:7b downloaded and responded successfully via local Ollama.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Real clinical-trial inference was started; no completed model accuracy result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Baseline and evaluation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Plain AI: one local-model answer per patient–trial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Each response contains yes / no / unknown and supporting quotation.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Rule polarity maps answers to met / not_met / not_stated.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Pair decision: any failed rule → NOT_ELIGIBLE; all met → ELIGIBLE; otherwise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predictions with validated annotations and pair-level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Six planned evidence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1. Citation existence — is the quoted span in the note?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2. Support — does the quote justify the claimed answer?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3. Context — negation, family history, past or hypothetical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4. Logic — rule polarity and numerical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5. Contradiction — conflicting evidence elsewhere in the note.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71499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6. Missed evidence — decisive information ignored by UNKNOWN.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decision impact determines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Single rejection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Multiple rejection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One failed criterion is the only reason for rejection.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If it is incorrect, correction could change the pair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Several failed criteria remain.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Fixing just one may not change the pair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Decision impact is calculated from rule outcomes, not model confidence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Compare checking strategies at equal budgets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Random selection — fixed-seed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Low confidence — inspect uncertain answers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Checker flags — inspect suspected evidence errors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Decision impact — inspect pivotal rejection reasons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Combined strategy — evidence warnings plus decision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71499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Evaluate at 5, 10, 20, 50 and 100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Traps, repair and deferral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Controlled traps: negation, family history, hypothetical statements, old values, contradictions, removed evidence and threshold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three actions: keep the answer, defer to UNKNOWN/review, or re-ask once with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Measure both incorrect answers fixed and correct answers broken.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Main proposed outcome: eligible patient–trial pairs rescued per 10 checks.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Completed work and remaining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Completed /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In progress / not yet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Both datasets and splits validated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36 NSCLC tests passed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9 SIGIR checks passed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Qwen2.5:7b responds locally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Baseline script and evaluation CLI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Independent truth annotations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Real baseline accuracy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Six-checker implementation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Priority-strategy comparison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Repair and trap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No mock-model output is presented as real clinical-model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Immediate development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Complete and freeze a small independent development annotation subset.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Run and evaluate a bounded Qwen2.5:7b development pilot.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Implement evidence checks and inspect errors manually.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review priorities on the same checked examples.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Freeze the method before transferring it to SIGIR and the held-out test 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Limitations and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A small pilot will not establish generalization to all trials.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Incomplete notes make some criteria genuinely indeterminable.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Review workload matters as much as raw checker recall.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Automated repair may introduce new errors; deferral may be safer.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Report negative findings and incomplete experiments explicitly.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56D75"/>
                </a:solidFill>
                <a:latin typeface="Arial"/>
              </a:defRPr>
            </a:pPr>
            <a:r>
              <a:t>Check what can change the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555E68"/>
                </a:solidFill>
                <a:latin typeface="Arial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